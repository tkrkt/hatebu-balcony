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14"/>
    <p:restoredTop sz="94694"/>
  </p:normalViewPr>
  <p:slideViewPr>
    <p:cSldViewPr snapToGrid="0">
      <p:cViewPr varScale="1">
        <p:scale>
          <a:sx n="117" d="100"/>
          <a:sy n="117" d="100"/>
        </p:scale>
        <p:origin x="1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B3131C-6103-9A95-6A45-FB2E548FC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090A502-2183-9BBB-2A35-6C500546B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967152-16BF-D1E0-8D20-796BCE48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A99BFE-C30F-6C67-5646-E46339E7D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979325-A167-782A-43E9-49461F80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9660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1C7EC-4E6C-9018-DDD5-6B086CA9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11F3AE-D63B-F014-F79F-E28CC6E6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68DFC0-761D-2BDC-F5DF-58C4D6ED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05848-C7D1-B07F-6317-79CB69B7B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8AC99C-2E74-11E9-30D3-AF0B756E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40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0655EA-D909-71FD-1818-5FE89E1B2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CB9BC4-5C8A-E502-C789-A8B225D5A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561326-9539-0D17-3D3E-107309AEC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40E1EF-E861-7A67-DB25-E5B18CD9F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C5120C-B296-30D7-8544-780226D49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830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D20739-CE5B-C68E-EDF9-9A2244925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4C2A6D-1117-5EB8-D18A-EF82FAABA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BE8500-4206-3C28-2EA3-3B9E17297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1491CB-6F8D-9061-1D83-0527627BD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D07BFA-F97E-3D27-2AC8-A1CA8812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E10DC9-2BEE-8710-CFA9-38CEBE52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369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4FD204-B83A-C435-7A99-F0324D63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0366AC-0CD3-5175-B597-74BF77818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1BEB91-C182-C754-1CEF-69B7818F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34638B7-F476-6F51-D0C1-6E9C271245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420ECA-C1CE-1B32-9869-0470AED92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6CE05A4-36F8-6268-6BAA-543CA0154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33714D-6F8F-F247-FEBC-46D332C03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1D6981D-3BBC-538C-4E45-64DBF788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6045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1F56A7-914A-6DE5-277D-1E175EF1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BB41453-E2E0-959C-0734-510A62DF6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2567321-5C51-3CA1-37D4-AD70EB9A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9F1881D-631B-37AF-CB3D-17B11A16A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9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2B8BB1-01E6-54DD-A83C-E954D9A2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1C743A-8EDD-4776-48CD-AA2029C7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960971-5BEE-E0E4-625D-C04838D9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513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A40E20-EEB6-96D6-F47F-D6E0493AC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798E6F-8B87-DB8E-11EC-E63876642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2C0D68-846E-7238-CF3A-9C5D31DBD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B82314-E36F-D853-22B0-5DBC4FCFA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247712-E5F6-069B-FB86-6612DA59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F35D34-0F12-E480-420A-00BEB375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850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1991F-6F6B-5BB1-199A-92FA6C1D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859F488-765F-7B0E-C6B9-6B741CCA3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910D15-295F-B02C-CCAF-E68EA4D30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6B119FF-558F-E9AD-4B08-DE0C1A72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D7F6AD-D953-AAEB-6618-A24A790A6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582AAF-EEAA-2B69-08CF-897F72C9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766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A8F4C9-6739-EB88-2DC8-F3486817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125838-F8C8-DB4E-F5C2-ED3106968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F8BD0-CD76-8BCE-F7F5-E45DE6ACC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97350D-EAB6-4AFF-0DB8-84A72104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AE2315-772D-1CCA-64ED-FE65DAEF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06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DC21E86-B3C7-9939-6EE5-FDC4906D1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829244-E497-55F4-AC40-C0F42DD83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37CD84-1DFC-9AED-2B47-C041C60A2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B82CB9-5576-9A57-47DD-A3220F252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F209E4-166F-4B27-5662-B01D8FFD8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413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96B6A0C-F382-4BE8-7433-66A97E85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DF2816-008B-8CE4-4159-DA1E6E408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6C6958-7208-37D1-320C-0DEFF71BD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B7F27-06C3-C54C-AE4F-7BCB3CD5B869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E0F240-D6F2-D0E0-ED7C-682E771BF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2E531F-B74E-A6F7-DA2A-EA2927945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2C54B-0376-1944-A332-C5BE4B3AB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6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9DB73-FF5A-8963-779A-345CB979A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>
            <a:extLst>
              <a:ext uri="{FF2B5EF4-FFF2-40B4-BE49-F238E27FC236}">
                <a16:creationId xmlns:a16="http://schemas.microsoft.com/office/drawing/2014/main" id="{38E61A0A-DF47-6A3A-8B7F-981335E4D8AF}"/>
              </a:ext>
            </a:extLst>
          </p:cNvPr>
          <p:cNvSpPr/>
          <p:nvPr/>
        </p:nvSpPr>
        <p:spPr>
          <a:xfrm rot="21330342">
            <a:off x="3117059" y="651206"/>
            <a:ext cx="4648266" cy="4253783"/>
          </a:xfrm>
          <a:prstGeom prst="roundRect">
            <a:avLst>
              <a:gd name="adj" fmla="val 21415"/>
            </a:avLst>
          </a:prstGeom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700" b="1" dirty="0">
                <a:latin typeface="Helvetica" pitchFamily="2" charset="0"/>
                <a:ea typeface="MS Gothic" panose="020B0609070205080204" pitchFamily="49" charset="-128"/>
                <a:cs typeface="FUTURA MEDIUM" panose="020B0602020204020303" pitchFamily="34" charset="-79"/>
              </a:rPr>
              <a:t>B</a:t>
            </a:r>
            <a:endParaRPr kumimoji="1" lang="ja-JP" altLang="en-US" sz="28700" b="1">
              <a:latin typeface="Helvetica" pitchFamily="2" charset="0"/>
              <a:ea typeface="MS Gothic" panose="020B0609070205080204" pitchFamily="49" charset="-128"/>
              <a:cs typeface="FUTURA MEDIUM" panose="020B0602020204020303" pitchFamily="34" charset="-79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AA52AA44-2982-A666-A95D-F72B6312B905}"/>
              </a:ext>
            </a:extLst>
          </p:cNvPr>
          <p:cNvGrpSpPr/>
          <p:nvPr/>
        </p:nvGrpSpPr>
        <p:grpSpPr>
          <a:xfrm>
            <a:off x="2508492" y="3886200"/>
            <a:ext cx="5887172" cy="2007921"/>
            <a:chOff x="2225019" y="3510365"/>
            <a:chExt cx="6663890" cy="2525272"/>
          </a:xfrm>
        </p:grpSpPr>
        <p:sp>
          <p:nvSpPr>
            <p:cNvPr id="53" name="フリーフォーム 52">
              <a:extLst>
                <a:ext uri="{FF2B5EF4-FFF2-40B4-BE49-F238E27FC236}">
                  <a16:creationId xmlns:a16="http://schemas.microsoft.com/office/drawing/2014/main" id="{5F8F6630-7C73-1D60-6A0F-5FE329AAC613}"/>
                </a:ext>
              </a:extLst>
            </p:cNvPr>
            <p:cNvSpPr/>
            <p:nvPr/>
          </p:nvSpPr>
          <p:spPr>
            <a:xfrm>
              <a:off x="2225019" y="3510365"/>
              <a:ext cx="6663890" cy="2016871"/>
            </a:xfrm>
            <a:custGeom>
              <a:avLst/>
              <a:gdLst>
                <a:gd name="csX0" fmla="*/ 0 w 5736774"/>
                <a:gd name="csY0" fmla="*/ 429985 h 1736273"/>
                <a:gd name="csX1" fmla="*/ 0 w 5736774"/>
                <a:gd name="csY1" fmla="*/ 429986 h 1736273"/>
                <a:gd name="csX2" fmla="*/ 0 w 5736774"/>
                <a:gd name="csY2" fmla="*/ 429986 h 1736273"/>
                <a:gd name="csX3" fmla="*/ 429986 w 5736774"/>
                <a:gd name="csY3" fmla="*/ 0 h 1736273"/>
                <a:gd name="csX4" fmla="*/ 5306788 w 5736774"/>
                <a:gd name="csY4" fmla="*/ 0 h 1736273"/>
                <a:gd name="csX5" fmla="*/ 5736774 w 5736774"/>
                <a:gd name="csY5" fmla="*/ 429986 h 1736273"/>
                <a:gd name="csX6" fmla="*/ 5736773 w 5736774"/>
                <a:gd name="csY6" fmla="*/ 429986 h 1736273"/>
                <a:gd name="csX7" fmla="*/ 5306787 w 5736774"/>
                <a:gd name="csY7" fmla="*/ 859972 h 1736273"/>
                <a:gd name="csX8" fmla="*/ 5097234 w 5736774"/>
                <a:gd name="csY8" fmla="*/ 859972 h 1736273"/>
                <a:gd name="csX9" fmla="*/ 5097234 w 5736774"/>
                <a:gd name="csY9" fmla="*/ 1529445 h 1736273"/>
                <a:gd name="csX10" fmla="*/ 4890406 w 5736774"/>
                <a:gd name="csY10" fmla="*/ 1736273 h 1736273"/>
                <a:gd name="csX11" fmla="*/ 4683578 w 5736774"/>
                <a:gd name="csY11" fmla="*/ 1529445 h 1736273"/>
                <a:gd name="csX12" fmla="*/ 4683578 w 5736774"/>
                <a:gd name="csY12" fmla="*/ 859972 h 1736273"/>
                <a:gd name="csX13" fmla="*/ 3749221 w 5736774"/>
                <a:gd name="csY13" fmla="*/ 859972 h 1736273"/>
                <a:gd name="csX14" fmla="*/ 3749221 w 5736774"/>
                <a:gd name="csY14" fmla="*/ 1529445 h 1736273"/>
                <a:gd name="csX15" fmla="*/ 3542393 w 5736774"/>
                <a:gd name="csY15" fmla="*/ 1736273 h 1736273"/>
                <a:gd name="csX16" fmla="*/ 3335565 w 5736774"/>
                <a:gd name="csY16" fmla="*/ 1529445 h 1736273"/>
                <a:gd name="csX17" fmla="*/ 3335565 w 5736774"/>
                <a:gd name="csY17" fmla="*/ 859972 h 1736273"/>
                <a:gd name="csX18" fmla="*/ 2401208 w 5736774"/>
                <a:gd name="csY18" fmla="*/ 859972 h 1736273"/>
                <a:gd name="csX19" fmla="*/ 2401208 w 5736774"/>
                <a:gd name="csY19" fmla="*/ 1529445 h 1736273"/>
                <a:gd name="csX20" fmla="*/ 2194380 w 5736774"/>
                <a:gd name="csY20" fmla="*/ 1736273 h 1736273"/>
                <a:gd name="csX21" fmla="*/ 1987552 w 5736774"/>
                <a:gd name="csY21" fmla="*/ 1529445 h 1736273"/>
                <a:gd name="csX22" fmla="*/ 1987552 w 5736774"/>
                <a:gd name="csY22" fmla="*/ 859972 h 1736273"/>
                <a:gd name="csX23" fmla="*/ 1053195 w 5736774"/>
                <a:gd name="csY23" fmla="*/ 859971 h 1736273"/>
                <a:gd name="csX24" fmla="*/ 1053195 w 5736774"/>
                <a:gd name="csY24" fmla="*/ 1529445 h 1736273"/>
                <a:gd name="csX25" fmla="*/ 846367 w 5736774"/>
                <a:gd name="csY25" fmla="*/ 1736273 h 1736273"/>
                <a:gd name="csX26" fmla="*/ 639539 w 5736774"/>
                <a:gd name="csY26" fmla="*/ 1529445 h 1736273"/>
                <a:gd name="csX27" fmla="*/ 639539 w 5736774"/>
                <a:gd name="csY27" fmla="*/ 859971 h 1736273"/>
                <a:gd name="csX28" fmla="*/ 429986 w 5736774"/>
                <a:gd name="csY28" fmla="*/ 859971 h 1736273"/>
                <a:gd name="csX29" fmla="*/ 8736 w 5736774"/>
                <a:gd name="csY29" fmla="*/ 516643 h 1736273"/>
                <a:gd name="csX30" fmla="*/ 0 w 5736774"/>
                <a:gd name="csY30" fmla="*/ 429986 h 1736273"/>
                <a:gd name="csX31" fmla="*/ 8736 w 5736774"/>
                <a:gd name="csY31" fmla="*/ 343329 h 1736273"/>
                <a:gd name="csX32" fmla="*/ 429986 w 5736774"/>
                <a:gd name="csY32" fmla="*/ 0 h 1736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5736774" h="1736273">
                  <a:moveTo>
                    <a:pt x="0" y="429985"/>
                  </a:moveTo>
                  <a:lnTo>
                    <a:pt x="0" y="429986"/>
                  </a:lnTo>
                  <a:lnTo>
                    <a:pt x="0" y="429986"/>
                  </a:lnTo>
                  <a:close/>
                  <a:moveTo>
                    <a:pt x="429986" y="0"/>
                  </a:moveTo>
                  <a:lnTo>
                    <a:pt x="5306788" y="0"/>
                  </a:lnTo>
                  <a:cubicBezTo>
                    <a:pt x="5544263" y="0"/>
                    <a:pt x="5736774" y="192511"/>
                    <a:pt x="5736774" y="429986"/>
                  </a:cubicBezTo>
                  <a:lnTo>
                    <a:pt x="5736773" y="429986"/>
                  </a:lnTo>
                  <a:cubicBezTo>
                    <a:pt x="5736773" y="667461"/>
                    <a:pt x="5544262" y="859972"/>
                    <a:pt x="5306787" y="859972"/>
                  </a:cubicBezTo>
                  <a:lnTo>
                    <a:pt x="5097234" y="859972"/>
                  </a:lnTo>
                  <a:lnTo>
                    <a:pt x="5097234" y="1529445"/>
                  </a:lnTo>
                  <a:cubicBezTo>
                    <a:pt x="5097234" y="1643673"/>
                    <a:pt x="5004634" y="1736273"/>
                    <a:pt x="4890406" y="1736273"/>
                  </a:cubicBezTo>
                  <a:cubicBezTo>
                    <a:pt x="4776178" y="1736273"/>
                    <a:pt x="4683578" y="1643673"/>
                    <a:pt x="4683578" y="1529445"/>
                  </a:cubicBezTo>
                  <a:lnTo>
                    <a:pt x="4683578" y="859972"/>
                  </a:lnTo>
                  <a:lnTo>
                    <a:pt x="3749221" y="859972"/>
                  </a:lnTo>
                  <a:lnTo>
                    <a:pt x="3749221" y="1529445"/>
                  </a:lnTo>
                  <a:cubicBezTo>
                    <a:pt x="3749221" y="1643673"/>
                    <a:pt x="3656621" y="1736273"/>
                    <a:pt x="3542393" y="1736273"/>
                  </a:cubicBezTo>
                  <a:cubicBezTo>
                    <a:pt x="3428165" y="1736273"/>
                    <a:pt x="3335565" y="1643673"/>
                    <a:pt x="3335565" y="1529445"/>
                  </a:cubicBezTo>
                  <a:lnTo>
                    <a:pt x="3335565" y="859972"/>
                  </a:lnTo>
                  <a:lnTo>
                    <a:pt x="2401208" y="859972"/>
                  </a:lnTo>
                  <a:lnTo>
                    <a:pt x="2401208" y="1529445"/>
                  </a:lnTo>
                  <a:cubicBezTo>
                    <a:pt x="2401208" y="1643673"/>
                    <a:pt x="2308608" y="1736273"/>
                    <a:pt x="2194380" y="1736273"/>
                  </a:cubicBezTo>
                  <a:cubicBezTo>
                    <a:pt x="2080152" y="1736273"/>
                    <a:pt x="1987552" y="1643673"/>
                    <a:pt x="1987552" y="1529445"/>
                  </a:cubicBezTo>
                  <a:lnTo>
                    <a:pt x="1987552" y="859972"/>
                  </a:lnTo>
                  <a:lnTo>
                    <a:pt x="1053195" y="859971"/>
                  </a:lnTo>
                  <a:lnTo>
                    <a:pt x="1053195" y="1529445"/>
                  </a:lnTo>
                  <a:cubicBezTo>
                    <a:pt x="1053195" y="1643673"/>
                    <a:pt x="960595" y="1736273"/>
                    <a:pt x="846367" y="1736273"/>
                  </a:cubicBezTo>
                  <a:cubicBezTo>
                    <a:pt x="732139" y="1736273"/>
                    <a:pt x="639539" y="1643673"/>
                    <a:pt x="639539" y="1529445"/>
                  </a:cubicBezTo>
                  <a:lnTo>
                    <a:pt x="639539" y="859971"/>
                  </a:lnTo>
                  <a:lnTo>
                    <a:pt x="429986" y="859971"/>
                  </a:lnTo>
                  <a:cubicBezTo>
                    <a:pt x="222195" y="859971"/>
                    <a:pt x="48830" y="712580"/>
                    <a:pt x="8736" y="516643"/>
                  </a:cubicBezTo>
                  <a:lnTo>
                    <a:pt x="0" y="429986"/>
                  </a:lnTo>
                  <a:lnTo>
                    <a:pt x="8736" y="343329"/>
                  </a:lnTo>
                  <a:cubicBezTo>
                    <a:pt x="48830" y="147391"/>
                    <a:pt x="222195" y="0"/>
                    <a:pt x="429986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フリーフォーム 1">
              <a:extLst>
                <a:ext uri="{FF2B5EF4-FFF2-40B4-BE49-F238E27FC236}">
                  <a16:creationId xmlns:a16="http://schemas.microsoft.com/office/drawing/2014/main" id="{D67031C4-D2B9-4434-0DBF-F4D2E4E51531}"/>
                </a:ext>
              </a:extLst>
            </p:cNvPr>
            <p:cNvSpPr/>
            <p:nvPr/>
          </p:nvSpPr>
          <p:spPr>
            <a:xfrm rot="10800000">
              <a:off x="2225019" y="4018766"/>
              <a:ext cx="6663890" cy="2016871"/>
            </a:xfrm>
            <a:custGeom>
              <a:avLst/>
              <a:gdLst>
                <a:gd name="csX0" fmla="*/ 0 w 5736774"/>
                <a:gd name="csY0" fmla="*/ 429985 h 1736273"/>
                <a:gd name="csX1" fmla="*/ 0 w 5736774"/>
                <a:gd name="csY1" fmla="*/ 429986 h 1736273"/>
                <a:gd name="csX2" fmla="*/ 0 w 5736774"/>
                <a:gd name="csY2" fmla="*/ 429986 h 1736273"/>
                <a:gd name="csX3" fmla="*/ 429986 w 5736774"/>
                <a:gd name="csY3" fmla="*/ 0 h 1736273"/>
                <a:gd name="csX4" fmla="*/ 5306788 w 5736774"/>
                <a:gd name="csY4" fmla="*/ 0 h 1736273"/>
                <a:gd name="csX5" fmla="*/ 5736774 w 5736774"/>
                <a:gd name="csY5" fmla="*/ 429986 h 1736273"/>
                <a:gd name="csX6" fmla="*/ 5736773 w 5736774"/>
                <a:gd name="csY6" fmla="*/ 429986 h 1736273"/>
                <a:gd name="csX7" fmla="*/ 5306787 w 5736774"/>
                <a:gd name="csY7" fmla="*/ 859972 h 1736273"/>
                <a:gd name="csX8" fmla="*/ 5097234 w 5736774"/>
                <a:gd name="csY8" fmla="*/ 859972 h 1736273"/>
                <a:gd name="csX9" fmla="*/ 5097234 w 5736774"/>
                <a:gd name="csY9" fmla="*/ 1529445 h 1736273"/>
                <a:gd name="csX10" fmla="*/ 4890406 w 5736774"/>
                <a:gd name="csY10" fmla="*/ 1736273 h 1736273"/>
                <a:gd name="csX11" fmla="*/ 4683578 w 5736774"/>
                <a:gd name="csY11" fmla="*/ 1529445 h 1736273"/>
                <a:gd name="csX12" fmla="*/ 4683578 w 5736774"/>
                <a:gd name="csY12" fmla="*/ 859972 h 1736273"/>
                <a:gd name="csX13" fmla="*/ 3749221 w 5736774"/>
                <a:gd name="csY13" fmla="*/ 859972 h 1736273"/>
                <a:gd name="csX14" fmla="*/ 3749221 w 5736774"/>
                <a:gd name="csY14" fmla="*/ 1529445 h 1736273"/>
                <a:gd name="csX15" fmla="*/ 3542393 w 5736774"/>
                <a:gd name="csY15" fmla="*/ 1736273 h 1736273"/>
                <a:gd name="csX16" fmla="*/ 3335565 w 5736774"/>
                <a:gd name="csY16" fmla="*/ 1529445 h 1736273"/>
                <a:gd name="csX17" fmla="*/ 3335565 w 5736774"/>
                <a:gd name="csY17" fmla="*/ 859972 h 1736273"/>
                <a:gd name="csX18" fmla="*/ 2401208 w 5736774"/>
                <a:gd name="csY18" fmla="*/ 859972 h 1736273"/>
                <a:gd name="csX19" fmla="*/ 2401208 w 5736774"/>
                <a:gd name="csY19" fmla="*/ 1529445 h 1736273"/>
                <a:gd name="csX20" fmla="*/ 2194380 w 5736774"/>
                <a:gd name="csY20" fmla="*/ 1736273 h 1736273"/>
                <a:gd name="csX21" fmla="*/ 1987552 w 5736774"/>
                <a:gd name="csY21" fmla="*/ 1529445 h 1736273"/>
                <a:gd name="csX22" fmla="*/ 1987552 w 5736774"/>
                <a:gd name="csY22" fmla="*/ 859972 h 1736273"/>
                <a:gd name="csX23" fmla="*/ 1053195 w 5736774"/>
                <a:gd name="csY23" fmla="*/ 859971 h 1736273"/>
                <a:gd name="csX24" fmla="*/ 1053195 w 5736774"/>
                <a:gd name="csY24" fmla="*/ 1529445 h 1736273"/>
                <a:gd name="csX25" fmla="*/ 846367 w 5736774"/>
                <a:gd name="csY25" fmla="*/ 1736273 h 1736273"/>
                <a:gd name="csX26" fmla="*/ 639539 w 5736774"/>
                <a:gd name="csY26" fmla="*/ 1529445 h 1736273"/>
                <a:gd name="csX27" fmla="*/ 639539 w 5736774"/>
                <a:gd name="csY27" fmla="*/ 859971 h 1736273"/>
                <a:gd name="csX28" fmla="*/ 429986 w 5736774"/>
                <a:gd name="csY28" fmla="*/ 859971 h 1736273"/>
                <a:gd name="csX29" fmla="*/ 8736 w 5736774"/>
                <a:gd name="csY29" fmla="*/ 516643 h 1736273"/>
                <a:gd name="csX30" fmla="*/ 0 w 5736774"/>
                <a:gd name="csY30" fmla="*/ 429986 h 1736273"/>
                <a:gd name="csX31" fmla="*/ 8736 w 5736774"/>
                <a:gd name="csY31" fmla="*/ 343329 h 1736273"/>
                <a:gd name="csX32" fmla="*/ 429986 w 5736774"/>
                <a:gd name="csY32" fmla="*/ 0 h 1736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5736774" h="1736273">
                  <a:moveTo>
                    <a:pt x="0" y="429985"/>
                  </a:moveTo>
                  <a:lnTo>
                    <a:pt x="0" y="429986"/>
                  </a:lnTo>
                  <a:lnTo>
                    <a:pt x="0" y="429986"/>
                  </a:lnTo>
                  <a:close/>
                  <a:moveTo>
                    <a:pt x="429986" y="0"/>
                  </a:moveTo>
                  <a:lnTo>
                    <a:pt x="5306788" y="0"/>
                  </a:lnTo>
                  <a:cubicBezTo>
                    <a:pt x="5544263" y="0"/>
                    <a:pt x="5736774" y="192511"/>
                    <a:pt x="5736774" y="429986"/>
                  </a:cubicBezTo>
                  <a:lnTo>
                    <a:pt x="5736773" y="429986"/>
                  </a:lnTo>
                  <a:cubicBezTo>
                    <a:pt x="5736773" y="667461"/>
                    <a:pt x="5544262" y="859972"/>
                    <a:pt x="5306787" y="859972"/>
                  </a:cubicBezTo>
                  <a:lnTo>
                    <a:pt x="5097234" y="859972"/>
                  </a:lnTo>
                  <a:lnTo>
                    <a:pt x="5097234" y="1529445"/>
                  </a:lnTo>
                  <a:cubicBezTo>
                    <a:pt x="5097234" y="1643673"/>
                    <a:pt x="5004634" y="1736273"/>
                    <a:pt x="4890406" y="1736273"/>
                  </a:cubicBezTo>
                  <a:cubicBezTo>
                    <a:pt x="4776178" y="1736273"/>
                    <a:pt x="4683578" y="1643673"/>
                    <a:pt x="4683578" y="1529445"/>
                  </a:cubicBezTo>
                  <a:lnTo>
                    <a:pt x="4683578" y="859972"/>
                  </a:lnTo>
                  <a:lnTo>
                    <a:pt x="3749221" y="859972"/>
                  </a:lnTo>
                  <a:lnTo>
                    <a:pt x="3749221" y="1529445"/>
                  </a:lnTo>
                  <a:cubicBezTo>
                    <a:pt x="3749221" y="1643673"/>
                    <a:pt x="3656621" y="1736273"/>
                    <a:pt x="3542393" y="1736273"/>
                  </a:cubicBezTo>
                  <a:cubicBezTo>
                    <a:pt x="3428165" y="1736273"/>
                    <a:pt x="3335565" y="1643673"/>
                    <a:pt x="3335565" y="1529445"/>
                  </a:cubicBezTo>
                  <a:lnTo>
                    <a:pt x="3335565" y="859972"/>
                  </a:lnTo>
                  <a:lnTo>
                    <a:pt x="2401208" y="859972"/>
                  </a:lnTo>
                  <a:lnTo>
                    <a:pt x="2401208" y="1529445"/>
                  </a:lnTo>
                  <a:cubicBezTo>
                    <a:pt x="2401208" y="1643673"/>
                    <a:pt x="2308608" y="1736273"/>
                    <a:pt x="2194380" y="1736273"/>
                  </a:cubicBezTo>
                  <a:cubicBezTo>
                    <a:pt x="2080152" y="1736273"/>
                    <a:pt x="1987552" y="1643673"/>
                    <a:pt x="1987552" y="1529445"/>
                  </a:cubicBezTo>
                  <a:lnTo>
                    <a:pt x="1987552" y="859972"/>
                  </a:lnTo>
                  <a:lnTo>
                    <a:pt x="1053195" y="859971"/>
                  </a:lnTo>
                  <a:lnTo>
                    <a:pt x="1053195" y="1529445"/>
                  </a:lnTo>
                  <a:cubicBezTo>
                    <a:pt x="1053195" y="1643673"/>
                    <a:pt x="960595" y="1736273"/>
                    <a:pt x="846367" y="1736273"/>
                  </a:cubicBezTo>
                  <a:cubicBezTo>
                    <a:pt x="732139" y="1736273"/>
                    <a:pt x="639539" y="1643673"/>
                    <a:pt x="639539" y="1529445"/>
                  </a:cubicBezTo>
                  <a:lnTo>
                    <a:pt x="639539" y="859971"/>
                  </a:lnTo>
                  <a:lnTo>
                    <a:pt x="429986" y="859971"/>
                  </a:lnTo>
                  <a:cubicBezTo>
                    <a:pt x="222195" y="859971"/>
                    <a:pt x="48830" y="712580"/>
                    <a:pt x="8736" y="516643"/>
                  </a:cubicBezTo>
                  <a:lnTo>
                    <a:pt x="0" y="429986"/>
                  </a:lnTo>
                  <a:lnTo>
                    <a:pt x="8736" y="343329"/>
                  </a:lnTo>
                  <a:cubicBezTo>
                    <a:pt x="48830" y="147391"/>
                    <a:pt x="222195" y="0"/>
                    <a:pt x="429986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1339798-2B71-34B1-74F7-1B3A7FEA650E}"/>
              </a:ext>
            </a:extLst>
          </p:cNvPr>
          <p:cNvSpPr/>
          <p:nvPr/>
        </p:nvSpPr>
        <p:spPr>
          <a:xfrm>
            <a:off x="2416317" y="119743"/>
            <a:ext cx="6049750" cy="6049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11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>
            <a:extLst>
              <a:ext uri="{FF2B5EF4-FFF2-40B4-BE49-F238E27FC236}">
                <a16:creationId xmlns:a16="http://schemas.microsoft.com/office/drawing/2014/main" id="{8D48D2CF-E486-F6DD-828E-2E2E7AC6F04E}"/>
              </a:ext>
            </a:extLst>
          </p:cNvPr>
          <p:cNvSpPr/>
          <p:nvPr/>
        </p:nvSpPr>
        <p:spPr>
          <a:xfrm rot="21330342">
            <a:off x="3690751" y="314103"/>
            <a:ext cx="4113055" cy="3763993"/>
          </a:xfrm>
          <a:prstGeom prst="roundRect">
            <a:avLst>
              <a:gd name="adj" fmla="val 21415"/>
            </a:avLst>
          </a:prstGeom>
          <a:ln w="152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3900" b="1" dirty="0">
                <a:latin typeface="Helvetica" pitchFamily="2" charset="0"/>
                <a:ea typeface="MS Gothic" panose="020B0609070205080204" pitchFamily="49" charset="-128"/>
                <a:cs typeface="FUTURA MEDIUM" panose="020B0602020204020303" pitchFamily="34" charset="-79"/>
              </a:rPr>
              <a:t>B</a:t>
            </a:r>
            <a:endParaRPr kumimoji="1" lang="ja-JP" altLang="en-US" sz="23900" b="1">
              <a:latin typeface="Helvetica" pitchFamily="2" charset="0"/>
              <a:ea typeface="MS Gothic" panose="020B0609070205080204" pitchFamily="49" charset="-128"/>
              <a:cs typeface="FUTURA MEDIUM" panose="020B0602020204020303" pitchFamily="34" charset="-79"/>
            </a:endParaRPr>
          </a:p>
        </p:txBody>
      </p:sp>
      <p:sp>
        <p:nvSpPr>
          <p:cNvPr id="53" name="フリーフォーム 52">
            <a:extLst>
              <a:ext uri="{FF2B5EF4-FFF2-40B4-BE49-F238E27FC236}">
                <a16:creationId xmlns:a16="http://schemas.microsoft.com/office/drawing/2014/main" id="{381BE3D1-1034-E945-5F27-988F7451C69F}"/>
              </a:ext>
            </a:extLst>
          </p:cNvPr>
          <p:cNvSpPr/>
          <p:nvPr/>
        </p:nvSpPr>
        <p:spPr>
          <a:xfrm>
            <a:off x="2601048" y="4416589"/>
            <a:ext cx="6663890" cy="2016871"/>
          </a:xfrm>
          <a:custGeom>
            <a:avLst/>
            <a:gdLst>
              <a:gd name="csX0" fmla="*/ 0 w 5736774"/>
              <a:gd name="csY0" fmla="*/ 429985 h 1736273"/>
              <a:gd name="csX1" fmla="*/ 0 w 5736774"/>
              <a:gd name="csY1" fmla="*/ 429986 h 1736273"/>
              <a:gd name="csX2" fmla="*/ 0 w 5736774"/>
              <a:gd name="csY2" fmla="*/ 429986 h 1736273"/>
              <a:gd name="csX3" fmla="*/ 429986 w 5736774"/>
              <a:gd name="csY3" fmla="*/ 0 h 1736273"/>
              <a:gd name="csX4" fmla="*/ 5306788 w 5736774"/>
              <a:gd name="csY4" fmla="*/ 0 h 1736273"/>
              <a:gd name="csX5" fmla="*/ 5736774 w 5736774"/>
              <a:gd name="csY5" fmla="*/ 429986 h 1736273"/>
              <a:gd name="csX6" fmla="*/ 5736773 w 5736774"/>
              <a:gd name="csY6" fmla="*/ 429986 h 1736273"/>
              <a:gd name="csX7" fmla="*/ 5306787 w 5736774"/>
              <a:gd name="csY7" fmla="*/ 859972 h 1736273"/>
              <a:gd name="csX8" fmla="*/ 5097234 w 5736774"/>
              <a:gd name="csY8" fmla="*/ 859972 h 1736273"/>
              <a:gd name="csX9" fmla="*/ 5097234 w 5736774"/>
              <a:gd name="csY9" fmla="*/ 1529445 h 1736273"/>
              <a:gd name="csX10" fmla="*/ 4890406 w 5736774"/>
              <a:gd name="csY10" fmla="*/ 1736273 h 1736273"/>
              <a:gd name="csX11" fmla="*/ 4683578 w 5736774"/>
              <a:gd name="csY11" fmla="*/ 1529445 h 1736273"/>
              <a:gd name="csX12" fmla="*/ 4683578 w 5736774"/>
              <a:gd name="csY12" fmla="*/ 859972 h 1736273"/>
              <a:gd name="csX13" fmla="*/ 3749221 w 5736774"/>
              <a:gd name="csY13" fmla="*/ 859972 h 1736273"/>
              <a:gd name="csX14" fmla="*/ 3749221 w 5736774"/>
              <a:gd name="csY14" fmla="*/ 1529445 h 1736273"/>
              <a:gd name="csX15" fmla="*/ 3542393 w 5736774"/>
              <a:gd name="csY15" fmla="*/ 1736273 h 1736273"/>
              <a:gd name="csX16" fmla="*/ 3335565 w 5736774"/>
              <a:gd name="csY16" fmla="*/ 1529445 h 1736273"/>
              <a:gd name="csX17" fmla="*/ 3335565 w 5736774"/>
              <a:gd name="csY17" fmla="*/ 859972 h 1736273"/>
              <a:gd name="csX18" fmla="*/ 2401208 w 5736774"/>
              <a:gd name="csY18" fmla="*/ 859972 h 1736273"/>
              <a:gd name="csX19" fmla="*/ 2401208 w 5736774"/>
              <a:gd name="csY19" fmla="*/ 1529445 h 1736273"/>
              <a:gd name="csX20" fmla="*/ 2194380 w 5736774"/>
              <a:gd name="csY20" fmla="*/ 1736273 h 1736273"/>
              <a:gd name="csX21" fmla="*/ 1987552 w 5736774"/>
              <a:gd name="csY21" fmla="*/ 1529445 h 1736273"/>
              <a:gd name="csX22" fmla="*/ 1987552 w 5736774"/>
              <a:gd name="csY22" fmla="*/ 859972 h 1736273"/>
              <a:gd name="csX23" fmla="*/ 1053195 w 5736774"/>
              <a:gd name="csY23" fmla="*/ 859971 h 1736273"/>
              <a:gd name="csX24" fmla="*/ 1053195 w 5736774"/>
              <a:gd name="csY24" fmla="*/ 1529445 h 1736273"/>
              <a:gd name="csX25" fmla="*/ 846367 w 5736774"/>
              <a:gd name="csY25" fmla="*/ 1736273 h 1736273"/>
              <a:gd name="csX26" fmla="*/ 639539 w 5736774"/>
              <a:gd name="csY26" fmla="*/ 1529445 h 1736273"/>
              <a:gd name="csX27" fmla="*/ 639539 w 5736774"/>
              <a:gd name="csY27" fmla="*/ 859971 h 1736273"/>
              <a:gd name="csX28" fmla="*/ 429986 w 5736774"/>
              <a:gd name="csY28" fmla="*/ 859971 h 1736273"/>
              <a:gd name="csX29" fmla="*/ 8736 w 5736774"/>
              <a:gd name="csY29" fmla="*/ 516643 h 1736273"/>
              <a:gd name="csX30" fmla="*/ 0 w 5736774"/>
              <a:gd name="csY30" fmla="*/ 429986 h 1736273"/>
              <a:gd name="csX31" fmla="*/ 8736 w 5736774"/>
              <a:gd name="csY31" fmla="*/ 343329 h 1736273"/>
              <a:gd name="csX32" fmla="*/ 429986 w 5736774"/>
              <a:gd name="csY32" fmla="*/ 0 h 1736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736774" h="1736273">
                <a:moveTo>
                  <a:pt x="0" y="429985"/>
                </a:moveTo>
                <a:lnTo>
                  <a:pt x="0" y="429986"/>
                </a:lnTo>
                <a:lnTo>
                  <a:pt x="0" y="429986"/>
                </a:lnTo>
                <a:close/>
                <a:moveTo>
                  <a:pt x="429986" y="0"/>
                </a:moveTo>
                <a:lnTo>
                  <a:pt x="5306788" y="0"/>
                </a:lnTo>
                <a:cubicBezTo>
                  <a:pt x="5544263" y="0"/>
                  <a:pt x="5736774" y="192511"/>
                  <a:pt x="5736774" y="429986"/>
                </a:cubicBezTo>
                <a:lnTo>
                  <a:pt x="5736773" y="429986"/>
                </a:lnTo>
                <a:cubicBezTo>
                  <a:pt x="5736773" y="667461"/>
                  <a:pt x="5544262" y="859972"/>
                  <a:pt x="5306787" y="859972"/>
                </a:cubicBezTo>
                <a:lnTo>
                  <a:pt x="5097234" y="859972"/>
                </a:lnTo>
                <a:lnTo>
                  <a:pt x="5097234" y="1529445"/>
                </a:lnTo>
                <a:cubicBezTo>
                  <a:pt x="5097234" y="1643673"/>
                  <a:pt x="5004634" y="1736273"/>
                  <a:pt x="4890406" y="1736273"/>
                </a:cubicBezTo>
                <a:cubicBezTo>
                  <a:pt x="4776178" y="1736273"/>
                  <a:pt x="4683578" y="1643673"/>
                  <a:pt x="4683578" y="1529445"/>
                </a:cubicBezTo>
                <a:lnTo>
                  <a:pt x="4683578" y="859972"/>
                </a:lnTo>
                <a:lnTo>
                  <a:pt x="3749221" y="859972"/>
                </a:lnTo>
                <a:lnTo>
                  <a:pt x="3749221" y="1529445"/>
                </a:lnTo>
                <a:cubicBezTo>
                  <a:pt x="3749221" y="1643673"/>
                  <a:pt x="3656621" y="1736273"/>
                  <a:pt x="3542393" y="1736273"/>
                </a:cubicBezTo>
                <a:cubicBezTo>
                  <a:pt x="3428165" y="1736273"/>
                  <a:pt x="3335565" y="1643673"/>
                  <a:pt x="3335565" y="1529445"/>
                </a:cubicBezTo>
                <a:lnTo>
                  <a:pt x="3335565" y="859972"/>
                </a:lnTo>
                <a:lnTo>
                  <a:pt x="2401208" y="859972"/>
                </a:lnTo>
                <a:lnTo>
                  <a:pt x="2401208" y="1529445"/>
                </a:lnTo>
                <a:cubicBezTo>
                  <a:pt x="2401208" y="1643673"/>
                  <a:pt x="2308608" y="1736273"/>
                  <a:pt x="2194380" y="1736273"/>
                </a:cubicBezTo>
                <a:cubicBezTo>
                  <a:pt x="2080152" y="1736273"/>
                  <a:pt x="1987552" y="1643673"/>
                  <a:pt x="1987552" y="1529445"/>
                </a:cubicBezTo>
                <a:lnTo>
                  <a:pt x="1987552" y="859972"/>
                </a:lnTo>
                <a:lnTo>
                  <a:pt x="1053195" y="859971"/>
                </a:lnTo>
                <a:lnTo>
                  <a:pt x="1053195" y="1529445"/>
                </a:lnTo>
                <a:cubicBezTo>
                  <a:pt x="1053195" y="1643673"/>
                  <a:pt x="960595" y="1736273"/>
                  <a:pt x="846367" y="1736273"/>
                </a:cubicBezTo>
                <a:cubicBezTo>
                  <a:pt x="732139" y="1736273"/>
                  <a:pt x="639539" y="1643673"/>
                  <a:pt x="639539" y="1529445"/>
                </a:cubicBezTo>
                <a:lnTo>
                  <a:pt x="639539" y="859971"/>
                </a:lnTo>
                <a:lnTo>
                  <a:pt x="429986" y="859971"/>
                </a:lnTo>
                <a:cubicBezTo>
                  <a:pt x="222195" y="859971"/>
                  <a:pt x="48830" y="712580"/>
                  <a:pt x="8736" y="516643"/>
                </a:cubicBezTo>
                <a:lnTo>
                  <a:pt x="0" y="429986"/>
                </a:lnTo>
                <a:lnTo>
                  <a:pt x="8736" y="343329"/>
                </a:lnTo>
                <a:cubicBezTo>
                  <a:pt x="48830" y="147391"/>
                  <a:pt x="222195" y="0"/>
                  <a:pt x="42998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E60A8EFD-9B7B-18A6-7A3A-5AFA5F477A6C}"/>
              </a:ext>
            </a:extLst>
          </p:cNvPr>
          <p:cNvSpPr/>
          <p:nvPr/>
        </p:nvSpPr>
        <p:spPr>
          <a:xfrm rot="20818727">
            <a:off x="3335636" y="3767216"/>
            <a:ext cx="3601930" cy="1115618"/>
          </a:xfrm>
          <a:prstGeom prst="roundRect">
            <a:avLst>
              <a:gd name="adj" fmla="val 50000"/>
            </a:avLst>
          </a:prstGeom>
          <a:ln w="152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5C0DB07E-DDE2-2E00-A94C-586AD2644A47}"/>
              </a:ext>
            </a:extLst>
          </p:cNvPr>
          <p:cNvSpPr/>
          <p:nvPr/>
        </p:nvSpPr>
        <p:spPr>
          <a:xfrm rot="692007">
            <a:off x="4343793" y="3717775"/>
            <a:ext cx="3739491" cy="1115618"/>
          </a:xfrm>
          <a:prstGeom prst="roundRect">
            <a:avLst>
              <a:gd name="adj" fmla="val 50000"/>
            </a:avLst>
          </a:prstGeom>
          <a:ln w="152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08E8FEB-2608-9C06-65B6-92B779026D77}"/>
              </a:ext>
            </a:extLst>
          </p:cNvPr>
          <p:cNvSpPr/>
          <p:nvPr/>
        </p:nvSpPr>
        <p:spPr>
          <a:xfrm>
            <a:off x="2799678" y="390827"/>
            <a:ext cx="5991545" cy="5991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5940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546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</Words>
  <Application>Microsoft Macintosh PowerPoint</Application>
  <PresentationFormat>ワイド画面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Helvetica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Kota Itakura</dc:creator>
  <cp:lastModifiedBy>Kota Itakura</cp:lastModifiedBy>
  <cp:revision>1</cp:revision>
  <dcterms:created xsi:type="dcterms:W3CDTF">2025-12-16T08:36:59Z</dcterms:created>
  <dcterms:modified xsi:type="dcterms:W3CDTF">2025-12-16T09:13:41Z</dcterms:modified>
</cp:coreProperties>
</file>